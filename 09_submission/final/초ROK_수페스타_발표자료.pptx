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6492240"/>
            <a:ext cx="11201400" cy="0"/>
          </a:xfrm>
          <a:prstGeom prst="line">
            <a:avLst/>
          </a:prstGeom>
          <a:noFill/>
          <a:ln w="8890">
            <a:solidFill>
              <a:srgbClr val="C9D9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53796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C7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 ROK · 수페스타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869680" y="653796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ESG × AI CHALLENGE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18704" y="164592"/>
            <a:ext cx="4041648" cy="4041648"/>
          </a:xfrm>
          <a:prstGeom prst="ellipse">
            <a:avLst/>
          </a:prstGeom>
          <a:solidFill>
            <a:srgbClr val="185F50"/>
          </a:solidFill>
          <a:ln w="12700">
            <a:solidFill>
              <a:srgbClr val="185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3E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ESG × AI CHALLENGE · TRACK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수페스타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2249424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8F4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ESG 질문을 검증 가능한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C8F4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행동으로 바꾸는 AI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13232" y="3584448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4F3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KAC 지식을 질문별로 선택하고 실행 Skill을 실제로 수행한 뒤,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F3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AI가 검증 결과만 자연어로 설명합니다.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4754880"/>
            <a:ext cx="4343400" cy="320040"/>
          </a:xfrm>
          <a:prstGeom prst="roundRect">
            <a:avLst>
              <a:gd name="adj" fmla="val 22857"/>
            </a:avLst>
          </a:prstGeom>
          <a:solidFill>
            <a:srgbClr val="1B6756"/>
          </a:solidFill>
          <a:ln w="12700">
            <a:solidFill>
              <a:srgbClr val="1B67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764024"/>
            <a:ext cx="4343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FFF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 → Context → KAC → Skill → 판정 → 설명</a:t>
            </a:r>
            <a:endParaRPr lang="en-US" sz="900" dirty="0"/>
          </a:p>
        </p:txBody>
      </p:sp>
      <p:pic>
        <p:nvPicPr>
          <p:cNvPr id="9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261872"/>
            <a:ext cx="2971800" cy="2971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5669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초 ROK · 박상훈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ESG 지식은 많지만, “그래서 무엇을 해야 하나”가 끊겨 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정의 검색만으로는 사용자의 상황에 맞는 확인 순서와 책임 있는 다음 행동을 정하기 어렵습니다.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47088"/>
            <a:ext cx="64008" cy="22677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ESG 입문자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359152"/>
            <a:ext cx="3108960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“ESG가 정확히 무엇인가요?”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관련 없는 탄소시장 이야기 없이 질문한 개념만 이해하고 싶습니다.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70832" y="1847088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847088"/>
            <a:ext cx="64008" cy="22677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기업 담당자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359152"/>
            <a:ext cx="3108960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“우리 보일러는 Scope 몇인가요?”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활동·조직경계·소유통제·증빙을 함께 확인해야 합니다.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83296" y="1847088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847088"/>
            <a:ext cx="64008" cy="22677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산주·구매 검토자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84464" y="2359152"/>
            <a:ext cx="3108960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“절차는 어디까지 왔고 무엇을 확인해야 하나요?”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등록·권리·검증·거래 조건이 서로 연결돼 있습니다.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68096" y="4663440"/>
            <a:ext cx="10680192" cy="841248"/>
          </a:xfrm>
          <a:prstGeom prst="roundRect">
            <a:avLst>
              <a:gd name="adj" fmla="val 8696"/>
            </a:avLst>
          </a:prstGeom>
          <a:solidFill>
            <a:srgbClr val="DFF2EA"/>
          </a:solidFill>
          <a:ln w="12700">
            <a:solidFill>
              <a:srgbClr val="DFF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1947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4B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문제는 정보 부족이 아니라, 지식이 판단과 행동으로 이어지지 않는 구조입니다.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PRODUCT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정확히 만드는 것은 브라우저형 ESG 대화 서비스입니다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사용자는 자연스러운 답변을 보고, 필요할 때만 근거·Skill·실행기록을 펼쳐봅니다.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37360"/>
            <a:ext cx="7168896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01368"/>
            <a:ext cx="7040880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755648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1755648"/>
            <a:ext cx="64008" cy="107899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47888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앞단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47888" y="2267712"/>
            <a:ext cx="310896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 · 쉬운 설명 · 확인 이유 · 지금 할 일 · 다음 질문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046720" y="30175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3017520"/>
            <a:ext cx="64008" cy="1078992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788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뒷단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47888" y="3529584"/>
            <a:ext cx="310896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Context · KAC · 실행 Skill · 근거 · 산출물 · Run Record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046720" y="4279392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4279392"/>
            <a:ext cx="64008" cy="1078992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47888" y="44256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연결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47888" y="4791456"/>
            <a:ext cx="310896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구매처를 직접 물은 경우에만 산림탄소마켓을 선택지로 표시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174736" y="5696712"/>
            <a:ext cx="3182112" cy="320040"/>
          </a:xfrm>
          <a:prstGeom prst="roundRect">
            <a:avLst>
              <a:gd name="adj" fmla="val 22857"/>
            </a:avLst>
          </a:prstGeom>
          <a:solidFill>
            <a:srgbClr val="FDE6E2"/>
          </a:solidFill>
          <a:ln w="12700">
            <a:solidFill>
              <a:srgbClr val="FDE6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5705856"/>
            <a:ext cx="3182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F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ESG 답변은 마켓으로 흐르지 않음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WHY KAC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지식을 설명에서 끝내지 않고, 실행 규칙으로 연결합니다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KAC는 사용자의 상황과 목표에 맞춰 지식이 어떤 확인·판단·행동으로 이어지는지 고정합니다.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4560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87168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96512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98464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91072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00416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93024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02368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94976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0D4B3D"/>
          </a:solidFill>
          <a:ln w="12700">
            <a:solidFill>
              <a:srgbClr val="0D4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86416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3675888"/>
            <a:ext cx="334670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64008" cy="13533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2219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구조화하나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4187952"/>
            <a:ext cx="299923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기준을 질문마다 흔들리지 않게 재사용하고, 원문 근거와 제약을 함께 보존하기 위해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425696" y="3675888"/>
            <a:ext cx="334670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25696" y="3675888"/>
            <a:ext cx="64008" cy="13533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382219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Skill로 묶나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26864" y="4187952"/>
            <a:ext cx="299923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 설명을 입력 검사·판정·산출물 생성이 가능한 실행 단위로 바꾸기 위해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138160" y="3675888"/>
            <a:ext cx="334670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675888"/>
            <a:ext cx="64008" cy="13533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82219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배포하나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39328" y="4187952"/>
            <a:ext cx="299923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행동 체인을 서비스에서 반복 실행하고 매 실행의 기록과 해시를 남기기 위해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005840" y="557784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4B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수페스타는 KAC 지식을 근거로 사용하고, KAC에서 구조화·배포한 Skill을 실행 규칙으로 사용합니다.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판정은 Skill이 만들고, 로컬 AI는 검증 결과만 설명합니다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UI와 서버는 별도 Runtime 코드이며, Stage Skill만으로 챗봇 전체가 자동 생성됐다고 주장하지 않습니다.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73936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73936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202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2286000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진술만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타입 필드로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059936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53712" y="1773936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202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Composite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라우터 1회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진입점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88212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375904" y="1773936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773936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19202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KAC + Skill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77072" y="2286000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체인 선택·해시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도메인 실행 1회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838944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75904" y="3675888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5904" y="3675888"/>
            <a:ext cx="64008" cy="1389888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38221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· 판정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77072" y="4187952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PROCEED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REVIEW · STOP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982712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53712" y="3675888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3675888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8221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· Local AI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0" y="4187952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결과만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자연어 표현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31520" y="3675888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675888"/>
            <a:ext cx="64008" cy="1389888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38221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· Risk Gate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2688" y="4187952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권한·주장·링크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재검사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86384" y="5303520"/>
            <a:ext cx="10625328" cy="585216"/>
          </a:xfrm>
          <a:prstGeom prst="roundRect">
            <a:avLst>
              <a:gd name="adj" fmla="val 125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468112"/>
            <a:ext cx="10222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2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실행은 Context · KAC · Skill · 산출물 · SHA-256이 포함된 Run Record로 남습니다.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DEMO 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“ESG가 무엇인가요?”에는 ESG만 답합니다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질문과 직접 관련된 KAC만 선택하며 산림탄소마켓 링크는 표시하지 않습니다.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516368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388352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94192" y="1810512"/>
            <a:ext cx="2999232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94192" y="1810512"/>
            <a:ext cx="64008" cy="113385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956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답변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0" y="2322576"/>
            <a:ext cx="2651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E·S·G의 의미와 탄소가 환경 영역의 한 주제라는 점만 설명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394192" y="3163824"/>
            <a:ext cx="2999232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94192" y="3163824"/>
            <a:ext cx="64008" cy="1133856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 선택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95360" y="3675888"/>
            <a:ext cx="2651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85개 Identity·Concept Skill 중 질문과 관련된 체인만 사용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394192" y="4517136"/>
            <a:ext cx="2999232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94192" y="4517136"/>
            <a:ext cx="64008" cy="1133856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0" y="4663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비홍보 원칙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95360" y="5029200"/>
            <a:ext cx="2651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 의도가 없으므로 외부 마켓 handoff 없음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DEMO B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자연스러운 질문을 구조화해 Scope 1을 실행 판정합니다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“저희 회사가 소유·운영하는 보일러에서 도시가스 1,250 Nm³를 사용했고 고지서가 있습니다. Scope 몇인가요?”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47979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351776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773936"/>
            <a:ext cx="31272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773936"/>
            <a:ext cx="64008" cy="960120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192024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Context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22208" y="2286000"/>
            <a:ext cx="277977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소유·운영 · 도시가스 · 1,250 Nm³ · 2026년 8월 · 고지서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321040" y="2926080"/>
            <a:ext cx="31272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0" y="2926080"/>
            <a:ext cx="64008" cy="960120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30723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 Skill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22208" y="3438144"/>
            <a:ext cx="277977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scope-activity-classification-run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321040" y="4078224"/>
            <a:ext cx="3127248" cy="960120"/>
          </a:xfrm>
          <a:prstGeom prst="roundRect">
            <a:avLst>
              <a:gd name="adj" fmla="val 7619"/>
            </a:avLst>
          </a:prstGeom>
          <a:solidFill>
            <a:srgbClr val="EEF8F4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4078224"/>
            <a:ext cx="64008" cy="960120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42245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결과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22208" y="4590288"/>
            <a:ext cx="277977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SCOPE_CLASSIFICATION · PROCEED · SCOPE_1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321040" y="5230368"/>
            <a:ext cx="3127248" cy="822960"/>
          </a:xfrm>
          <a:prstGeom prst="roundRect">
            <a:avLst>
              <a:gd name="adj" fmla="val 8889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5230368"/>
            <a:ext cx="64008" cy="822960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22208" y="537667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사람의 확인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522208" y="5742432"/>
            <a:ext cx="27797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보고 전 조직경계·증빙 원문 대조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뒤에서 실제 실행된 KAC와 Skill을 확인할 수 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정적 예시가 아니라 브라우저 질문 실행에서 생성된 구조화 입력·체인·해시·판정 기록입니다.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790688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662672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59368" y="1773936"/>
            <a:ext cx="277977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59368" y="1773936"/>
            <a:ext cx="64008" cy="95097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0536" y="19202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입력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60536" y="2286000"/>
            <a:ext cx="24323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추정하지 않고 출처·규칙·신뢰도와 함께 타입 필드로 승격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659368" y="2907792"/>
            <a:ext cx="277977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59368" y="2907792"/>
            <a:ext cx="64008" cy="950976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0536" y="30540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KAC 체인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860536" y="3419856"/>
            <a:ext cx="24323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Identity → Goal → Task → Knowledge → Method → Skill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659368" y="4041648"/>
            <a:ext cx="277977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59368" y="4041648"/>
            <a:ext cx="64008" cy="95097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0536" y="41879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불변성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860536" y="4553712"/>
            <a:ext cx="24323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vault 변경 없음 · 선택 파일 해시 확인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659368" y="5175504"/>
            <a:ext cx="2779776" cy="859536"/>
          </a:xfrm>
          <a:prstGeom prst="roundRect">
            <a:avLst>
              <a:gd name="adj" fmla="val 8511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59368" y="5175504"/>
            <a:ext cx="64008" cy="859536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0536" y="53218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재검증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860536" y="5687568"/>
            <a:ext cx="243230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 ID와 SHA-256으로 결과 추적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SAFETY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모호하거나 충돌하면 그럴듯하게 확정하지 않습니다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보일러 연소와 구매전력을 한 질문에 섞으면 두 활동을 분리하도록 REVIEW합니다.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47979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351776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773936"/>
            <a:ext cx="3127248" cy="1042416"/>
          </a:xfrm>
          <a:prstGeom prst="roundRect">
            <a:avLst>
              <a:gd name="adj" fmla="val 7018"/>
            </a:avLst>
          </a:prstGeom>
          <a:solidFill>
            <a:srgbClr val="EEF8F4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773936"/>
            <a:ext cx="64008" cy="104241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192024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PROCEED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22208" y="2286000"/>
            <a:ext cx="277977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입력과 근거가 충분하고 충돌이 없을 때 실행 결과 제시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321040" y="3054096"/>
            <a:ext cx="3127248" cy="1042416"/>
          </a:xfrm>
          <a:prstGeom prst="roundRect">
            <a:avLst>
              <a:gd name="adj" fmla="val 7018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0" y="3054096"/>
            <a:ext cx="64008" cy="1042416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320040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REVIEW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22208" y="3566160"/>
            <a:ext cx="277977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누락·상충·공시 판단처럼 사람 확인이 필요한 경우 보완 질문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321040" y="4334256"/>
            <a:ext cx="3127248" cy="1042416"/>
          </a:xfrm>
          <a:prstGeom prst="roundRect">
            <a:avLst>
              <a:gd name="adj" fmla="val 7018"/>
            </a:avLst>
          </a:prstGeom>
          <a:solidFill>
            <a:srgbClr val="FDE6E2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4334256"/>
            <a:ext cx="64008" cy="1042416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448056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STOP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22208" y="4846320"/>
            <a:ext cx="277977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시세·투자추천·무근거 계산·우회·가짜 증거·외부 실행 차단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375904" y="5724144"/>
            <a:ext cx="2999232" cy="320040"/>
          </a:xfrm>
          <a:prstGeom prst="roundRect">
            <a:avLst>
              <a:gd name="adj" fmla="val 22857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5733288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2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REVIEW/STOP에서는 로컬 AI 자유 생성 차단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ACTION &amp; 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구매처를 직접 물은 경우에만 실제 행동 지점을 보여줍니다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산림탄소마켓은 제품의 종착점이 아니라, 명시적 구매 의도에서만 나타나는 제한된 handoff입니다.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66568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6528816" cy="4370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16368" y="1755648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E6F0FA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16368" y="1755648"/>
            <a:ext cx="64008" cy="1024128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17536" y="19019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17536" y="22677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테스트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PASS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9637776" y="1755648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EEF8F4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37776" y="1755648"/>
            <a:ext cx="64008" cy="102412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38944" y="19019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63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838944" y="22677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결정론 시나리오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PASS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7516368" y="2999232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16368" y="2999232"/>
            <a:ext cx="64008" cy="1024128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17536" y="31455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17536" y="351129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AI 근거 답변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PASS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9637776" y="2999232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FDE6E2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37776" y="2999232"/>
            <a:ext cx="64008" cy="1024128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38944" y="31455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838944" y="351129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 라우트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커버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516368" y="4315968"/>
            <a:ext cx="4041648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54112" y="4498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범위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54112" y="484632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PROCEED · REVIEW · STOP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바이트 보존 · KAC · Output Gate · 마켓 링크 1건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699248" y="5779008"/>
            <a:ext cx="3675888" cy="320040"/>
          </a:xfrm>
          <a:prstGeom prst="roundRect">
            <a:avLst>
              <a:gd name="adj" fmla="val 22857"/>
            </a:avLst>
          </a:prstGeom>
          <a:solidFill>
            <a:srgbClr val="FFF0D7"/>
          </a:solidFill>
          <a:ln w="12700">
            <a:solidFill>
              <a:srgbClr val="FFF0D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99248" y="5788152"/>
            <a:ext cx="3675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9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안내와 준비는 AI · 최종 거래 판단은 사람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4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31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3E1B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수페스타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69494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설명하는 AI를 넘어,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지식과 Skill이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 실행되는 ESG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4187952"/>
            <a:ext cx="6263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EE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사용자에게는 자연스러운 답변을,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E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뒷단에는 KAC · 실행 Skill · 근거 · Run Record를.</a:t>
            </a:r>
            <a:endParaRPr lang="en-US" sz="1500" dirty="0"/>
          </a:p>
        </p:txBody>
      </p:sp>
      <p:pic>
        <p:nvPicPr>
          <p:cNvPr id="5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280160"/>
            <a:ext cx="297180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99248" y="4645152"/>
            <a:ext cx="3438144" cy="320040"/>
          </a:xfrm>
          <a:prstGeom prst="roundRect">
            <a:avLst>
              <a:gd name="adj" fmla="val 22857"/>
            </a:avLst>
          </a:prstGeom>
          <a:solidFill>
            <a:srgbClr val="1B6756"/>
          </a:solidFill>
          <a:ln w="12700">
            <a:solidFill>
              <a:srgbClr val="1B67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9248" y="4654296"/>
            <a:ext cx="3438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FFF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구조화 → Skill 묶음 → 배포 → 실행 증명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552297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A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초 ROK · 박상훈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A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github.com/pak3430/supestar-esg-ai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초 ROK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수페스타 — KAC 지식과 실행 Skill 기반 로컬 ESG AI</dc:title>
  <dc:subject>2026 ESG × AI 챌린지 해커톤 수페스타 발표자료</dc:subject>
  <dc:creator>초 ROK · 박상훈</dc:creator>
  <cp:lastModifiedBy>초 ROK · 박상훈</cp:lastModifiedBy>
  <cp:revision>1</cp:revision>
  <dcterms:created xsi:type="dcterms:W3CDTF">2026-08-25T06:50:36Z</dcterms:created>
  <dcterms:modified xsi:type="dcterms:W3CDTF">2026-08-25T06:50:36Z</dcterms:modified>
</cp:coreProperties>
</file>